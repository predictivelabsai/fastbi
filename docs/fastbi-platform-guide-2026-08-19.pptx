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FastBI</a:t>
            </a:r>
            <a:br/>
            <a:r>
              <a:t>Platform Guide</a:t>
            </a:r>
          </a:p>
          <a:p>
            <a:pPr>
              <a:defRPr sz="1800">
                <a:solidFill>
                  <a:srgbClr val="F97316"/>
                </a:solidFill>
              </a:defRPr>
            </a:pPr>
            <a:r>
              <a:t>2026-08-19  •  https://fastbi.org</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**FastBI** is an open-source **business-intelligence tool** built with — a server-side, HTMX-driven port of the core of . Python-first, no JavaScript framework: a synthetic data warehouse, saved queries that render **Plotly** charts, dashboards, SQL and Cypher labs, and a conversational AI assistant that routes questio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Go from business question to trusted answer.</a:t>
            </a:r>
          </a:p>
        </p:txBody>
      </p:sp>
      <p:pic>
        <p:nvPicPr>
          <p:cNvPr id="3" name="Picture 2" descr="01-go-from-business-question-to-trusted-answer.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BUSINESS INTELLIGENCE Go from business question to trusted answer. Explore governed data with SQL, reusable queries, dashboards, Plotly visualisations, and guarded text-to-SQL. Sign In or Register Explore the open-source suite → Product tour · see the workspac</a:t>
            </a:r>
          </a:p>
          <a:p>
            <a:pPr>
              <a:defRPr sz="900">
                <a:solidFill>
                  <a:srgbClr val="F97316"/>
                </a:solidFill>
              </a:defRPr>
            </a:pPr>
            <a:r>
              <a:t>https://fastbi.org/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FastBI API.</a:t>
            </a:r>
          </a:p>
        </p:txBody>
      </p:sp>
      <p:pic>
        <p:nvPicPr>
          <p:cNvPr id="3" name="Picture 2" descr="02-build-with-the-fastbi-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FastBI Developers Back to product DEVELOPER PLATFORM · API V1 Build with the FastBI API. Read the live demo database through a typed, versioned API. Selected integration writes are implemented behind bearer-token authentication. Open Swagger UI Open ReDoc Down</a:t>
            </a:r>
          </a:p>
          <a:p>
            <a:pPr>
              <a:defRPr sz="900">
                <a:solidFill>
                  <a:srgbClr val="F97316"/>
                </a:solidFill>
              </a:defRPr>
            </a:pPr>
            <a:r>
              <a:t>https://fastbi.org/developers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fastbi.org Email or phone Forgot email? Next Create account Afrikaans azərbaycan bosanski català Čeština Cymraeg Dansk Deutsch eesti English (United Kingdom) English (United States) Español (España) Español (Latinoamé</a:t>
            </a:r>
          </a:p>
          <a:p>
            <a:pPr>
              <a:defRPr sz="900">
                <a:solidFill>
                  <a:srgbClr val="F97316"/>
                </a:solidFill>
              </a:defRPr>
            </a:pPr>
            <a:r>
              <a:t>https://accounts.google.com/v3/signin/identifier?opparams=%253F&amp;dsh=S-1574222964%3A1787122621960752&amp;access_type=online&amp;client_id=887059023987-2a7spj1m82eivobdbt1itb3cqca6tpt1.apps.googleusercontent.com&amp;o2v=2&amp;prompt=select_account&amp;redirect_uri=https%3A%2F%2Ffastbi.org%2Fauth%2Fgoogle%2Fcallback&amp;response_type=code&amp;scope=openid+email+profile&amp;service=lso&amp;state=zY3Oon4ctJ-OFOd1uES8KbvIoSRH0qzi-C0-FG9LthI&amp;flowName=GeneralOAuthLite&amp;continue=https%3A%2F%2Faccounts.google.com%2Fsignin%2Foauth%2Flegacy%2Fconsent%3Fauthuser%3Dunknown%26part%3DAJi8hAPH4n7sir8Rxac81oguSU-yz3q-EpUCC_xety6BQbx8kYhU2O47uuh5mWw1x6P2coMzGhlGWSiYZUGAH4xmJVuGeUDGoCkaD1iYlGrcaNK_M60AgVVNm-qEXyRHJUXlvOY4vrDJY5csK5B_NQI4DuibXRll24-y7UdnY9wOwuYUEiRocfo99qdK8WTTCcDGtMc_qXg01gaPfLDrL3vc1eg6R2AeXn2711_rzT77UEWwII5G7V83-7AYUp_GU8DFGoH4lvd8BeJ4769ZJXDa1q5-Vfbhw-5R0M_ASo6rni3T7BOYJ7_XPsBZ8dkjM2BGg6FLQrcIh9mtRrdWR4k3izpBD97wmAfrzRK6VDQ34XIaFL_QzWCGDBE2bnThHewNdrzS7BnyJ_uO-lwjgRxYJD4lTFD4hLQqWoEEuRIov5yjowBVqhLGHmn9q1uIwSBUv35W26vi_VbxCjn58xKjAWGb7If8Sw%26flowName%3DGeneralOAuthFlow%26as%3DS-1574222964%253A1787122621960752%26client_id%3D887059023987-2a7spj1m82eivobdbt1itb3cqca6tpt1.apps.googleusercontent.com%23&amp;app_domain=https%3A%2F%2Ffastbi.org&amp;rart=ANgoxcfMQQlxh-XwwMHZrBUPOut94I_Pocnvf3hisTReu3XpqLvHlUWUZeUqXjic3fo2kGnDbbnaJ10FOt_m0bKfxaZRN1RhdXxtSgQQbjAN3myD2JkCs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Bring your data estate—and the insights already built on it.</a:t>
            </a:r>
          </a:p>
        </p:txBody>
      </p:sp>
      <p:pic>
        <p:nvPicPr>
          <p:cNvPr id="3" name="Picture 2" descr="04-bring-your-data-estate-and-the-insights-already-.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INTEGRATIONS AND MIGRATIONS Bring your data estate—and the insights already built on it. Connect warehouse catalogues, inspect governed schemas, and rebuild the reports your teams rely on without starting from a blank canvas. Start an integration WAREHOUSES AN</a:t>
            </a:r>
          </a:p>
          <a:p>
            <a:pPr>
              <a:defRPr sz="900">
                <a:solidFill>
                  <a:srgbClr val="F97316"/>
                </a:solidFill>
              </a:defRPr>
            </a:pPr>
            <a:r>
              <a:t>https://fastbi.org/integrations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